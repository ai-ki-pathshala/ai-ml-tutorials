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0B71-F55C-757B-7D11-92599FE40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3C9CE-E170-58C2-FAEB-8C969D26E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7A042-F06C-0F57-0BC8-FFD1F2428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7F04F-12BB-1B78-35AE-F4A9E405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C4110-9A08-E6B3-421B-E07B8391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408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0BF4-F98C-2B26-6976-42B89F82E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BFC3F-FBE4-3F28-A756-E7AD308C8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221D7-CE8A-FF22-C791-7969B908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56E05-0985-7C1F-7A22-653B8D38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C9E02-AE32-9C42-2D9B-3CE2A5AB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496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C2A8-AF81-CCC6-8614-BF6E1E0D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F384A-DF7F-63BB-8EEA-C1774097E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9D9F-FC4C-789F-C595-46B2B377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CD0D4-267E-0D7A-9C8E-D27C99F3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5CDDE-E43D-20FC-1961-271DFB3B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8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C543-1C09-0FC8-27B3-0961FF5D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80011-07F6-40A9-DF9C-FD997CE37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125EB-42F1-0F91-6688-8900C4BAE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7DDEA-16DC-8307-7D69-4FBF77A5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A2090-87AD-7F3D-EF85-42E1EC7B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F13FD-0FC3-4FC1-5DA2-2CB175106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7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33DB6-1D00-25C6-E69C-2854072A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72BE1-BE8D-8421-8F41-1A1EC8C8A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8A963-85DF-3F36-A47A-465352585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65FA62-E336-5836-C413-EF54AA6B1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D9974E-3A44-C9E9-E617-D82D6E646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DD6D8-8865-D87F-CE3C-61F9FF28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ED504-BCFA-34EA-3742-EDBCB0E4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9950F5-8483-87E0-5704-9075DC0E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64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F868-5FFC-3F40-3BCB-FB5A8ED4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BFAC5-8DE7-8EE2-F0B6-1376A273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76DA3-BFBA-0472-1E51-E03784EF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7225D-8C07-8240-EE9D-875DBB05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14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54515-63BF-346C-3972-3B3A5BD25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6C1E5-39FA-AF3C-FC1F-0A7AFAED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8107B-BEC9-B159-6998-C9B42CF9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92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680B8-B4BB-7C4E-821B-4B65F650F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210D2-81FC-D75F-48B9-7F339DE23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05922-19DE-AC31-DF29-ECE063DF7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39E88-A075-C60E-9096-7F232AB6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6011D-8FA6-493D-6D77-D11F52F83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026C1-5205-3FB9-89EE-75447B55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35F50-E9F7-A2BD-E721-1D20FE77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B9F6BB-10FB-3B7A-4EE4-DD9AD147E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9686-0C0A-88BA-C099-A4020C18D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DFFB1-E326-CC34-A6F6-B403C3E19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1145C-ADF8-0C63-3814-02EE80B3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25DFD-AFB2-455B-1F4A-205237EB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41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35F8-C7BA-C8F6-969D-D70E85E0D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C5673-B744-C7CF-B1EE-5F8356727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AF8EF-B0C2-553C-F617-238BF35B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B14CF-0E6F-DDDD-CCFC-93A2FD19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34354-A8F9-E49D-E518-30C9F4E4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3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168077-28B6-A879-8BE3-C938BB261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1D501-D110-B816-B39C-4595E7A6B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6191C-1D69-A6EE-F4D9-1F8C4622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28980-884E-C8EF-31C4-2F7E1A780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114D4-5E11-28BC-C121-2573242D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386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FA141-3DA2-5763-7811-10B85053F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A2AC4-0166-ADBE-865C-00A4037A3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A4CEB-7170-7A5C-EBE3-22903115C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0F4F4-08E3-4C30-BC91-DDB2506CD04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5F141-24B4-B250-7355-FC23A0048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88BD-D70F-B9D4-6AE0-450A24B3B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9EB31-0FC8-437A-BEDB-D3665DE96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271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10E715-EBB2-48B9-1AF4-84A17364D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2" y="168812"/>
            <a:ext cx="7258929" cy="654147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EEDD1A-FE97-4E19-BF63-8A49936C5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552319"/>
              </p:ext>
            </p:extLst>
          </p:nvPr>
        </p:nvGraphicFramePr>
        <p:xfrm>
          <a:off x="7590300" y="168812"/>
          <a:ext cx="4489158" cy="6541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4579">
                  <a:extLst>
                    <a:ext uri="{9D8B030D-6E8A-4147-A177-3AD203B41FA5}">
                      <a16:colId xmlns:a16="http://schemas.microsoft.com/office/drawing/2014/main" val="2020240716"/>
                    </a:ext>
                  </a:extLst>
                </a:gridCol>
                <a:gridCol w="2244579">
                  <a:extLst>
                    <a:ext uri="{9D8B030D-6E8A-4147-A177-3AD203B41FA5}">
                      <a16:colId xmlns:a16="http://schemas.microsoft.com/office/drawing/2014/main" val="1603752944"/>
                    </a:ext>
                  </a:extLst>
                </a:gridCol>
              </a:tblGrid>
              <a:tr h="10902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i-IN" sz="2800" b="1" dirty="0">
                          <a:effectLst/>
                          <a:latin typeface="Arial" panose="020B0604020202020204" pitchFamily="34" charset="0"/>
                        </a:rPr>
                        <a:t>घंटा</a:t>
                      </a:r>
                      <a:r>
                        <a:rPr lang="en-US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(X)</a:t>
                      </a:r>
                      <a:endParaRPr lang="hi-IN" sz="28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b="1" i="0" kern="1200" dirty="0">
                        <a:solidFill>
                          <a:schemeClr val="lt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hi-IN" sz="2800" b="1" i="0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कमाई</a:t>
                      </a:r>
                      <a:r>
                        <a:rPr lang="en-US" sz="2800" b="1" i="0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(y)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701000"/>
                  </a:ext>
                </a:extLst>
              </a:tr>
              <a:tr h="1090246">
                <a:tc>
                  <a:txBody>
                    <a:bodyPr/>
                    <a:lstStyle/>
                    <a:p>
                      <a:pPr algn="ctr"/>
                      <a:r>
                        <a:rPr lang="en-IN" sz="2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₹0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726820"/>
                  </a:ext>
                </a:extLst>
              </a:tr>
              <a:tr h="109024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₹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413100"/>
                  </a:ext>
                </a:extLst>
              </a:tr>
              <a:tr h="109024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₹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89672"/>
                  </a:ext>
                </a:extLst>
              </a:tr>
              <a:tr h="109024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₹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353773"/>
                  </a:ext>
                </a:extLst>
              </a:tr>
              <a:tr h="109024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00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15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22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Jyoti Kushwah</dc:creator>
  <cp:lastModifiedBy>Jyoti Kushwah</cp:lastModifiedBy>
  <cp:revision>1</cp:revision>
  <dcterms:created xsi:type="dcterms:W3CDTF">2026-01-20T06:41:02Z</dcterms:created>
  <dcterms:modified xsi:type="dcterms:W3CDTF">2026-01-20T07:12:53Z</dcterms:modified>
</cp:coreProperties>
</file>